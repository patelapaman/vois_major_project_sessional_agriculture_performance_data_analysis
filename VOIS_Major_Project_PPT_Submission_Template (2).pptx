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3" d="100"/>
          <a:sy n="63" d="100"/>
        </p:scale>
        <p:origin x="72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20800" y="3583914"/>
            <a:ext cx="9093200" cy="105985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[ Student Name – AMAN PATEL ] 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[ College Name – Kanpur Institute of Technology , Kanpur ]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10192836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Project Title - </a:t>
            </a:r>
            <a:r>
              <a:rPr lang="en-IN" sz="3200" b="1" dirty="0"/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58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 STU6918a2f426c2e1763222260 )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554480"/>
            <a:ext cx="7586758" cy="407416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lvl="0"/>
            <a:r>
              <a:rPr lang="en-IN" sz="2800" b="1" dirty="0"/>
              <a:t>Core Challenge:</a:t>
            </a:r>
            <a:r>
              <a:rPr lang="en-IN" sz="2800" dirty="0"/>
              <a:t> Agricultural productivity and economic returns fluctuate heavily across seasons due to unpredictable weather patterns, variable resource availability, and uneven farming practices.</a:t>
            </a:r>
          </a:p>
          <a:p>
            <a:pPr lvl="0"/>
            <a:r>
              <a:rPr lang="en-IN" sz="2800" b="1" dirty="0"/>
              <a:t>Data Gap:</a:t>
            </a:r>
            <a:r>
              <a:rPr lang="en-IN" sz="2800" dirty="0"/>
              <a:t> Raw agricultural logs contain disparate environmental, soil, and yield figures that do not intuitively explain performance gaps or inefficiencies between cropping seasons.</a:t>
            </a:r>
          </a:p>
          <a:p>
            <a:pPr lvl="0"/>
            <a:r>
              <a:rPr lang="en-IN" sz="2800" b="1" dirty="0"/>
              <a:t>Objective:</a:t>
            </a:r>
            <a:r>
              <a:rPr lang="en-IN" sz="2800" dirty="0"/>
              <a:t> Perform exploratory data analysis and statistical validation on multi-season farm data to uncover key seasonal trends, input efficiencies, and operational bottlenecks to enable data-driven agricultural planning.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Autofit/>
          </a:bodyPr>
          <a:lstStyle/>
          <a:p>
            <a:pPr lvl="0"/>
            <a:r>
              <a:rPr lang="en-GB" sz="1800" dirty="0"/>
              <a:t>Project Description :-</a:t>
            </a:r>
            <a:br>
              <a:rPr lang="en-GB" sz="1800" dirty="0"/>
            </a:br>
            <a:br>
              <a:rPr lang="en-GB" sz="1800" dirty="0"/>
            </a:br>
            <a:r>
              <a:rPr lang="en-GB" sz="1800" dirty="0"/>
              <a:t>[ </a:t>
            </a:r>
            <a:r>
              <a:rPr lang="en-IN" sz="1800" dirty="0"/>
              <a:t>Dataset Scope: Evaluates 4,000 farm profiles across Kharif, Rabi, and Zaid seasons, capturing 28 distinct attributes including weather variables, soil chemistry, irrigation types, and financial metrics.</a:t>
            </a:r>
            <a:br>
              <a:rPr lang="en-IN" sz="1800" dirty="0"/>
            </a:br>
            <a:r>
              <a:rPr lang="en-IN" sz="1800" dirty="0"/>
              <a:t>End-to-End Pipeline:</a:t>
            </a:r>
            <a:br>
              <a:rPr lang="en-IN" sz="1800" dirty="0"/>
            </a:br>
            <a:r>
              <a:rPr lang="en-IN" sz="1800" dirty="0"/>
              <a:t>Data Wrangling: Imputed missing values across rainfall, soil moisture, and crop yield using seasonal and crop-wise median imputations.</a:t>
            </a:r>
            <a:br>
              <a:rPr lang="en-IN" sz="1800" dirty="0"/>
            </a:br>
            <a:r>
              <a:rPr lang="en-IN" sz="1800" dirty="0"/>
              <a:t>Feature Engineering: Derived operational metrics including Profit per Hectare, Cost per Hectare, Revenue per Hectare, and Total NPK usage.</a:t>
            </a:r>
            <a:br>
              <a:rPr lang="en-IN" sz="1800" dirty="0"/>
            </a:br>
            <a:r>
              <a:rPr lang="en-IN" sz="1800" dirty="0"/>
              <a:t>Statistical &amp; Visual Analysis: Executed One-Way ANOVA tests alongside 10 visual models to benchmark seasonal variations in yield, irrigation efficiency, and profit margins . ]</a:t>
            </a:r>
            <a:br>
              <a:rPr lang="en-GB" sz="1800" dirty="0"/>
            </a:b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194560"/>
            <a:ext cx="8493761" cy="378682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sz="3600" b="1" dirty="0"/>
              <a:t>Farmers &amp; Producer Organizations (FPOs):</a:t>
            </a:r>
            <a:r>
              <a:rPr lang="en-IN" sz="3600" dirty="0"/>
              <a:t> Guides optimal seasonal crop selection, reduces input waste, and highlights cost-effective irrigation methods.</a:t>
            </a:r>
          </a:p>
          <a:p>
            <a:pPr lvl="0"/>
            <a:r>
              <a:rPr lang="en-IN" sz="3600" b="1" dirty="0"/>
              <a:t>Agricultural Policy Makers &amp; Extension Officers:</a:t>
            </a:r>
            <a:r>
              <a:rPr lang="en-IN" sz="3600" dirty="0"/>
              <a:t> Informs targeted subsidy distribution, water conservation planning, and regional yield forecasting.</a:t>
            </a:r>
          </a:p>
          <a:p>
            <a:pPr lvl="0"/>
            <a:r>
              <a:rPr lang="en-IN" sz="3600" b="1" dirty="0"/>
              <a:t>Agri-Fintech &amp; Insurance Providers:</a:t>
            </a:r>
            <a:r>
              <a:rPr lang="en-IN" sz="3600" dirty="0"/>
              <a:t> Supplies risk-profiling benchmarks based on seasonal disease risk and climate variability to design fair credit and crop insurance policies.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267336"/>
            <a:ext cx="9657622" cy="3010024"/>
          </a:xfrm>
        </p:spPr>
        <p:txBody>
          <a:bodyPr/>
          <a:lstStyle/>
          <a:p>
            <a:pPr lvl="0"/>
            <a:r>
              <a:rPr lang="en-IN" b="1" dirty="0"/>
              <a:t>Programming &amp; Environment:</a:t>
            </a:r>
            <a:r>
              <a:rPr lang="en-IN" dirty="0"/>
              <a:t> Python 3, Google </a:t>
            </a:r>
            <a:r>
              <a:rPr lang="en-IN" dirty="0" err="1"/>
              <a:t>Colab</a:t>
            </a:r>
            <a:r>
              <a:rPr lang="en-IN" dirty="0"/>
              <a:t>, Google Drive</a:t>
            </a:r>
          </a:p>
          <a:p>
            <a:pPr lvl="0"/>
            <a:r>
              <a:rPr lang="en-IN" b="1" dirty="0"/>
              <a:t>Data Manipulation:</a:t>
            </a:r>
            <a:r>
              <a:rPr lang="en-IN" dirty="0"/>
              <a:t> Pandas, NumPy</a:t>
            </a:r>
          </a:p>
          <a:p>
            <a:pPr lvl="0"/>
            <a:r>
              <a:rPr lang="en-IN" b="1" dirty="0"/>
              <a:t>Statistical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SciPy (</a:t>
            </a:r>
            <a:r>
              <a:rPr lang="en-IN" dirty="0" err="1"/>
              <a:t>scipy.stats</a:t>
            </a:r>
            <a:r>
              <a:rPr lang="en-IN" dirty="0"/>
              <a:t> for One-Way ANOVA and hypothesis validation)</a:t>
            </a:r>
          </a:p>
          <a:p>
            <a:pPr lvl="0"/>
            <a:r>
              <a:rPr lang="en-IN" b="1" dirty="0"/>
              <a:t>Data Visualization:</a:t>
            </a:r>
            <a:r>
              <a:rPr lang="en-IN" dirty="0"/>
              <a:t> Matplotlib, Seaborn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02DF1-913D-780D-BE5C-3F52C8A79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24" y="1275371"/>
            <a:ext cx="7982035" cy="503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D60A37-845C-8EFB-4869-EA9E8609E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8" y="1201586"/>
            <a:ext cx="8183562" cy="505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DE46E1-A0FB-A0B3-566D-0E828B6F2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51280"/>
            <a:ext cx="8193724" cy="45259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D5CAA-3C16-A2E0-0BB2-6088F3826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83" y="1201586"/>
            <a:ext cx="8975418" cy="486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87194F-20D0-158D-21FC-083638C17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50" y="1275371"/>
            <a:ext cx="8697539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36692F-BE1F-9AB7-4310-4A9AC78F4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58" y="1347213"/>
            <a:ext cx="8249801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8D68C-94DC-9F97-44B5-33A929883D4C}"/>
              </a:ext>
            </a:extLst>
          </p:cNvPr>
          <p:cNvSpPr txBox="1"/>
          <p:nvPr/>
        </p:nvSpPr>
        <p:spPr>
          <a:xfrm>
            <a:off x="477520" y="1997839"/>
            <a:ext cx="63296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Predictive ML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Train regression and tree-based models (e.g., </a:t>
            </a:r>
            <a:r>
              <a:rPr lang="en-IN" dirty="0" err="1"/>
              <a:t>XGBoost</a:t>
            </a:r>
            <a:r>
              <a:rPr lang="en-IN" dirty="0"/>
              <a:t>, Random Forest) to predict seasonal yield before sowing.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IoT &amp; Real-time Integration:</a:t>
            </a:r>
            <a:r>
              <a:rPr lang="en-IN" dirty="0"/>
              <a:t> Incorporate live sensor data (soil moisture, temperature) to provide dynamic irrigation schedules.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Farm Advisory Mobile Application:</a:t>
            </a:r>
            <a:r>
              <a:rPr lang="en-IN" dirty="0"/>
              <a:t> Package findings into a lightweight mobile dashboard for local farmers to receive personalized input recommendations based on season and region.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2407920"/>
            <a:ext cx="9229418" cy="1503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b="1" dirty="0"/>
              <a:t>[https://github.com/patelapaman/VOIS_Major_Project_Sessional_agriculture_performance_data_analysis]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505EA0-565E-6CEE-4B2B-92AF89736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88971"/>
            <a:ext cx="7954485" cy="49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849121"/>
            <a:ext cx="10299057" cy="1229360"/>
          </a:xfrm>
        </p:spPr>
        <p:txBody>
          <a:bodyPr>
            <a:noAutofit/>
          </a:bodyPr>
          <a:lstStyle/>
          <a:p>
            <a:r>
              <a:rPr lang="en-IN" sz="2400" i="1" dirty="0"/>
              <a:t>"Special thanks to VOIS and AICTE for the mentorship and learning opportunity throughout this project."</a:t>
            </a:r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1386</TotalTime>
  <Words>529</Words>
  <Application>Microsoft Office PowerPoint</Application>
  <PresentationFormat>Widescreen</PresentationFormat>
  <Paragraphs>39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:-  [ Dataset Scope: Evaluates 4,000 farm profiles across Kharif, Rabi, and Zaid seasons, capturing 28 distinct attributes including weather variables, soil chemistry, irrigation types, and financial metrics. End-to-End Pipeline: Data Wrangling: Imputed missing values across rainfall, soil moisture, and crop yield using seasonal and crop-wise median imputations. Feature Engineering: Derived operational metrics including Profit per Hectare, Cost per Hectare, Revenue per Hectare, and Total NPK usage. Statistical &amp; Visual Analysis: Executed One-Way ANOVA tests alongside 10 visual models to benchmark seasonal variations in yield, irrigation efficiency, and profit margins . ]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Aman Patel</cp:lastModifiedBy>
  <cp:revision>99</cp:revision>
  <dcterms:created xsi:type="dcterms:W3CDTF">2021-07-11T13:13:15Z</dcterms:created>
  <dcterms:modified xsi:type="dcterms:W3CDTF">2026-09-07T11:16:33Z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